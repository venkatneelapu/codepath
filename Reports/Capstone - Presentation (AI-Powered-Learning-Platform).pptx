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Kanit Light" panose="020B0604020202020204" charset="-34"/>
      <p:regular r:id="rId13"/>
    </p:embeddedFont>
    <p:embeddedFont>
      <p:font typeface="Martel Sans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5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9929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13" Type="http://schemas.openxmlformats.org/officeDocument/2006/relationships/image" Target="../media/image35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8.sv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png"/><Relationship Id="rId14" Type="http://schemas.openxmlformats.org/officeDocument/2006/relationships/image" Target="../media/image3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227427"/>
            <a:ext cx="753177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AI-Powered Learning Platform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27636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Transforming education through intelligent, personalised roadmaps built with the MERN Stack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9842" y="502682"/>
            <a:ext cx="2354461" cy="285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The Learning Challenge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639842" y="861298"/>
            <a:ext cx="8741331" cy="571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Unstructured Learning Holds Students Back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639842" y="1871186"/>
            <a:ext cx="6452354" cy="877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Many aspiring developers face overwhelming choices when starting their learning journey. Without clear direction, they struggle to prioritise topics, allocate time effectively, and find quality resources.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39842" y="2912864"/>
            <a:ext cx="6452354" cy="877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This platform solves these challenges by providing AI-generated, personalised learning paths that adapt to individual goals, skill levels, and schedules.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8206" y="1432560"/>
            <a:ext cx="5979345" cy="597934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40565A0-5609-5FF1-2353-A91DF32CB1D6}"/>
              </a:ext>
            </a:extLst>
          </p:cNvPr>
          <p:cNvSpPr/>
          <p:nvPr/>
        </p:nvSpPr>
        <p:spPr>
          <a:xfrm>
            <a:off x="12849308" y="7772457"/>
            <a:ext cx="1709530" cy="4214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784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Platform Overview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990249"/>
            <a:ext cx="6407944" cy="2592348"/>
          </a:xfrm>
          <a:prstGeom prst="roundRect">
            <a:avLst>
              <a:gd name="adj" fmla="val 367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28224" y="222468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5390" y="2411730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3131939"/>
            <a:ext cx="285154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AI-Powered Roadmaps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3622358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Generate custom learning plans using Gemini AI based on your chosen language and timeframe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1990249"/>
            <a:ext cx="6408063" cy="2592348"/>
          </a:xfrm>
          <a:prstGeom prst="roundRect">
            <a:avLst>
              <a:gd name="adj" fmla="val 367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7662982" y="222468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50148" y="2411730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62982" y="31319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Predefined Paths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62982" y="3622358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Ready-made roadmaps for JavaScript, Python, React, Node.js, MongoDB, and more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3790" y="4809411"/>
            <a:ext cx="6407944" cy="2592348"/>
          </a:xfrm>
          <a:prstGeom prst="roundRect">
            <a:avLst>
              <a:gd name="adj" fmla="val 367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1028224" y="504384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15390" y="5230892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28224" y="59511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User-Friendly Design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028224" y="6441519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Built with React for smooth navigation and an exceptional learning experience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428548" y="4809411"/>
            <a:ext cx="6408063" cy="2592348"/>
          </a:xfrm>
          <a:prstGeom prst="roundRect">
            <a:avLst>
              <a:gd name="adj" fmla="val 367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7662982" y="504384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50148" y="5230892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62982" y="5951101"/>
            <a:ext cx="343900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Dynamic Data Management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662982" y="6441519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Express.js and MongoDB backend ensures efficient, scalable performance</a:t>
            </a:r>
            <a:endParaRPr lang="en-US" sz="17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4E7F979-2096-894E-6815-7E22C222CE7A}"/>
              </a:ext>
            </a:extLst>
          </p:cNvPr>
          <p:cNvSpPr/>
          <p:nvPr/>
        </p:nvSpPr>
        <p:spPr>
          <a:xfrm>
            <a:off x="12849308" y="7772457"/>
            <a:ext cx="1709530" cy="4214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5412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1518" y="3101459"/>
            <a:ext cx="6374368" cy="635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Project Goals and Objectives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711518" y="4041696"/>
            <a:ext cx="20324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11518" y="4364236"/>
            <a:ext cx="6502003" cy="22860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711518" y="4511516"/>
            <a:ext cx="254127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Structured Learning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11518" y="4950976"/>
            <a:ext cx="6502003" cy="650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Provide clear, organized paths that eliminate confusion and guide learners step-by-step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416760" y="4041696"/>
            <a:ext cx="20324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416760" y="4364236"/>
            <a:ext cx="6502122" cy="22860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7416760" y="4511516"/>
            <a:ext cx="254127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Personalization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416760" y="4950976"/>
            <a:ext cx="6502122" cy="650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Deliver AI-driven customisation based on individual skill levels, goals, and available time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11518" y="5957173"/>
            <a:ext cx="20324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11518" y="6279713"/>
            <a:ext cx="6502003" cy="22860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711518" y="6426994"/>
            <a:ext cx="254127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Engagement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11518" y="6866453"/>
            <a:ext cx="6502003" cy="650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Foster motivation through gamification, progress tracking, and community collaboration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416760" y="5957173"/>
            <a:ext cx="20324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416760" y="6279713"/>
            <a:ext cx="6502122" cy="22860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7416760" y="6426994"/>
            <a:ext cx="254127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Practical Skills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7416760" y="6866453"/>
            <a:ext cx="6502122" cy="650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Encourage hands-on learning with mini projects, quizzes, and real-world challenges</a:t>
            </a:r>
            <a:endParaRPr lang="en-US" sz="16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8DB9266-C083-9026-5C3C-B29EBEF2695E}"/>
              </a:ext>
            </a:extLst>
          </p:cNvPr>
          <p:cNvSpPr/>
          <p:nvPr/>
        </p:nvSpPr>
        <p:spPr>
          <a:xfrm>
            <a:off x="12849308" y="7772457"/>
            <a:ext cx="1709530" cy="4214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3420" y="544830"/>
            <a:ext cx="4953476" cy="619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Technology Stack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693420" y="1684020"/>
            <a:ext cx="3777258" cy="1900476"/>
          </a:xfrm>
          <a:prstGeom prst="roundRect">
            <a:avLst>
              <a:gd name="adj" fmla="val 4379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914400" y="1905000"/>
            <a:ext cx="2476738" cy="309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MongoDB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14400" y="2412683"/>
            <a:ext cx="3335298" cy="950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Flexible NoSQL database for storing user data, roadmaps, and progress tracking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4668798" y="1684020"/>
            <a:ext cx="3777377" cy="1900476"/>
          </a:xfrm>
          <a:prstGeom prst="roundRect">
            <a:avLst>
              <a:gd name="adj" fmla="val 4379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889778" y="1905000"/>
            <a:ext cx="2476738" cy="309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Express.js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4889778" y="2412683"/>
            <a:ext cx="3335417" cy="950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Backend framework handling API requests, authentication, and business logic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93420" y="3782616"/>
            <a:ext cx="3777258" cy="1900476"/>
          </a:xfrm>
          <a:prstGeom prst="roundRect">
            <a:avLst>
              <a:gd name="adj" fmla="val 4379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4003596"/>
            <a:ext cx="2476738" cy="309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React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14400" y="4511278"/>
            <a:ext cx="3335298" cy="950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Dynamic frontend library creating responsive, interactive user interfaces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4668798" y="3782616"/>
            <a:ext cx="3777377" cy="1900476"/>
          </a:xfrm>
          <a:prstGeom prst="roundRect">
            <a:avLst>
              <a:gd name="adj" fmla="val 4379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889778" y="4003596"/>
            <a:ext cx="2476738" cy="309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Node.js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4889778" y="4511278"/>
            <a:ext cx="3335417" cy="950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JavaScript runtime powering the server-side application and API integration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93420" y="5881211"/>
            <a:ext cx="7752755" cy="1583531"/>
          </a:xfrm>
          <a:prstGeom prst="roundRect">
            <a:avLst>
              <a:gd name="adj" fmla="val 5255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14400" y="6102191"/>
            <a:ext cx="2476738" cy="309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Gemini AI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14400" y="6609874"/>
            <a:ext cx="7310795" cy="633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Google's advanced AI model generating intelligent, context-aware learning roadmaps</a:t>
            </a:r>
            <a:endParaRPr lang="en-US" sz="155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7188" y="1684020"/>
            <a:ext cx="5007293" cy="500729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60CBD840-4847-D4B4-88AF-E5ED341917BC}"/>
              </a:ext>
            </a:extLst>
          </p:cNvPr>
          <p:cNvSpPr/>
          <p:nvPr/>
        </p:nvSpPr>
        <p:spPr>
          <a:xfrm>
            <a:off x="12849308" y="7772457"/>
            <a:ext cx="1709530" cy="4214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3999" y="443151"/>
            <a:ext cx="7135416" cy="503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Core Features and Team Responsibilities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999" y="1268968"/>
            <a:ext cx="1870234" cy="18702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3999" y="3340537"/>
            <a:ext cx="2385893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AI Learning Path Generator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563999" y="3689032"/>
            <a:ext cx="3224570" cy="77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Vaishnavi</a:t>
            </a: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• Integration with MERN and Gemini API • User input to roadmap output process</a:t>
            </a:r>
            <a:endParaRPr lang="en-US" sz="1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9903" y="1268968"/>
            <a:ext cx="1870234" cy="187023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989903" y="3340537"/>
            <a:ext cx="3165038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Resource Recommendations Engine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3989903" y="3689032"/>
            <a:ext cx="3224570" cy="77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Akhil</a:t>
            </a: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• Purpose and user benefits • Curated learning materials matched to roadmap topics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5808" y="1268968"/>
            <a:ext cx="1870234" cy="187023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15808" y="3340537"/>
            <a:ext cx="2014299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AI Mentor Chatbot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7415808" y="3689032"/>
            <a:ext cx="3224570" cy="77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Venkat</a:t>
            </a: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• MERN chat API • Chatbot capabilities for explanations and coding examples</a:t>
            </a:r>
            <a:endParaRPr lang="en-US" sz="12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41712" y="1268968"/>
            <a:ext cx="1870234" cy="187023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841712" y="3340537"/>
            <a:ext cx="2651641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Learning Analytics Dashboard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10841712" y="3689032"/>
            <a:ext cx="3224689" cy="77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Nithin</a:t>
            </a: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• Progress tracking • Insights into strengths, weaknesses, and time management</a:t>
            </a:r>
            <a:endParaRPr lang="en-US" sz="12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3999" y="4784169"/>
            <a:ext cx="1870234" cy="187023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63999" y="6855738"/>
            <a:ext cx="2263497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Gamified Learning Engine</a:t>
            </a:r>
            <a:endParaRPr lang="en-US" sz="1550" dirty="0"/>
          </a:p>
        </p:txBody>
      </p:sp>
      <p:sp>
        <p:nvSpPr>
          <p:cNvPr id="17" name="Text 10"/>
          <p:cNvSpPr/>
          <p:nvPr/>
        </p:nvSpPr>
        <p:spPr>
          <a:xfrm>
            <a:off x="563999" y="7204234"/>
            <a:ext cx="3224570" cy="77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Bilwa</a:t>
            </a: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• Points, badges, and rewards system • Making learning enjoyable and motivating</a:t>
            </a:r>
            <a:endParaRPr lang="en-US" sz="12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89903" y="4784169"/>
            <a:ext cx="1870234" cy="187023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3989903" y="6855738"/>
            <a:ext cx="2286595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Community Collaboration</a:t>
            </a:r>
            <a:endParaRPr lang="en-US" sz="1550" dirty="0"/>
          </a:p>
        </p:txBody>
      </p:sp>
      <p:sp>
        <p:nvSpPr>
          <p:cNvPr id="20" name="Text 12"/>
          <p:cNvSpPr/>
          <p:nvPr/>
        </p:nvSpPr>
        <p:spPr>
          <a:xfrm>
            <a:off x="3989903" y="7204234"/>
            <a:ext cx="3224570" cy="77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Dileep</a:t>
            </a: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• AI and ML tools • Discussion forum for peer learning and knowledge sharing</a:t>
            </a:r>
            <a:endParaRPr lang="en-US" sz="12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2824233-0105-D1E7-5CDE-1836AFDF7ED0}"/>
              </a:ext>
            </a:extLst>
          </p:cNvPr>
          <p:cNvSpPr/>
          <p:nvPr/>
        </p:nvSpPr>
        <p:spPr>
          <a:xfrm>
            <a:off x="12849308" y="7772457"/>
            <a:ext cx="1709530" cy="4214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1612" y="401955"/>
            <a:ext cx="4200406" cy="456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Implementation Roadmap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511612" y="1151096"/>
            <a:ext cx="13607177" cy="233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Six key features ranked by complexity and feasibility, designed for rapid development and deployment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327" y="1604123"/>
            <a:ext cx="10882607" cy="609424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11612" y="9333786"/>
            <a:ext cx="13607177" cy="233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All features leverage the MERN Stack foundation with strategic API integrations including Gemini AI, Chart.js, and Socket.io for real-time collaboration.</a:t>
            </a:r>
            <a:endParaRPr lang="en-US" sz="11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6587A0-BF70-A158-A6F5-B79201C1EBD3}"/>
              </a:ext>
            </a:extLst>
          </p:cNvPr>
          <p:cNvSpPr/>
          <p:nvPr/>
        </p:nvSpPr>
        <p:spPr>
          <a:xfrm>
            <a:off x="12849308" y="7772457"/>
            <a:ext cx="1709530" cy="4214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537942"/>
            <a:ext cx="836295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What Makes This Platform Unique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4586883"/>
            <a:ext cx="4347567" cy="90725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20604" y="57209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AI Personalization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1020604" y="6211372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Unlike static learning sites, our platform adapts dynamically to each learner's progress and needs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1357" y="4586883"/>
            <a:ext cx="4347567" cy="90725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368171" y="57209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Integrated Experience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5368171" y="6211372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Combines structured roadmaps, intelligent assistance, and gamified tracking in one cohesive platform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8924" y="4586883"/>
            <a:ext cx="4347567" cy="90725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15738" y="5720953"/>
            <a:ext cx="29164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Continuous Adaptation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715738" y="6211372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AI learns from user behaviour, automatically adjusting difficulty and pacing for optimal learning</a:t>
            </a:r>
            <a:endParaRPr lang="en-US" sz="17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8A8899-6CEA-26C0-6AE3-78EBEDC0CC80}"/>
              </a:ext>
            </a:extLst>
          </p:cNvPr>
          <p:cNvSpPr/>
          <p:nvPr/>
        </p:nvSpPr>
        <p:spPr>
          <a:xfrm>
            <a:off x="12849308" y="7772457"/>
            <a:ext cx="1709530" cy="4214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3891" y="513755"/>
            <a:ext cx="4671060" cy="583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Future Enhancements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53891" y="1751290"/>
            <a:ext cx="6567845" cy="1678424"/>
          </a:xfrm>
          <a:prstGeom prst="roundRect">
            <a:avLst>
              <a:gd name="adj" fmla="val 653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53891" y="1728430"/>
            <a:ext cx="6567845" cy="91440"/>
          </a:xfrm>
          <a:prstGeom prst="roundRect">
            <a:avLst>
              <a:gd name="adj" fmla="val 85821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540" y="1471136"/>
            <a:ext cx="560427" cy="560427"/>
          </a:xfrm>
          <a:prstGeom prst="roundRect">
            <a:avLst>
              <a:gd name="adj" fmla="val 163161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25657" y="1639253"/>
            <a:ext cx="224195" cy="2241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3560" y="2218373"/>
            <a:ext cx="2335530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Adaptive AI Learning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3560" y="2622352"/>
            <a:ext cx="6148507" cy="597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System tracks progress and automatically adjusts roadmaps based on performance patterns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7408545" y="1751290"/>
            <a:ext cx="6567964" cy="1678424"/>
          </a:xfrm>
          <a:prstGeom prst="roundRect">
            <a:avLst>
              <a:gd name="adj" fmla="val 653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7408545" y="1728430"/>
            <a:ext cx="6567964" cy="91440"/>
          </a:xfrm>
          <a:prstGeom prst="roundRect">
            <a:avLst>
              <a:gd name="adj" fmla="val 85821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10412313" y="1471136"/>
            <a:ext cx="560427" cy="560427"/>
          </a:xfrm>
          <a:prstGeom prst="roundRect">
            <a:avLst>
              <a:gd name="adj" fmla="val 163161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80430" y="1639253"/>
            <a:ext cx="224195" cy="22419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18214" y="2218373"/>
            <a:ext cx="2378512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Enhanced Gamification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618214" y="2622352"/>
            <a:ext cx="6148626" cy="597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Expanded points, badges, and learning streak rewards to maintain motivation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653891" y="3896678"/>
            <a:ext cx="6567845" cy="1678424"/>
          </a:xfrm>
          <a:prstGeom prst="roundRect">
            <a:avLst>
              <a:gd name="adj" fmla="val 653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653891" y="3873818"/>
            <a:ext cx="6567845" cy="91440"/>
          </a:xfrm>
          <a:prstGeom prst="roundRect">
            <a:avLst>
              <a:gd name="adj" fmla="val 85821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3657540" y="3616523"/>
            <a:ext cx="560427" cy="560427"/>
          </a:xfrm>
          <a:prstGeom prst="roundRect">
            <a:avLst>
              <a:gd name="adj" fmla="val 163161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25657" y="3784640"/>
            <a:ext cx="224195" cy="22419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63560" y="4363760"/>
            <a:ext cx="2335530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Career Mode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63560" y="4767739"/>
            <a:ext cx="6148507" cy="597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Role-specific roadmaps for positions like Frontend Developer, Data Analyst, or Full-Stack Engineer</a:t>
            </a:r>
            <a:endParaRPr lang="en-US" sz="1450" dirty="0"/>
          </a:p>
        </p:txBody>
      </p:sp>
      <p:sp>
        <p:nvSpPr>
          <p:cNvPr id="21" name="Shape 16"/>
          <p:cNvSpPr/>
          <p:nvPr/>
        </p:nvSpPr>
        <p:spPr>
          <a:xfrm>
            <a:off x="7408545" y="3896678"/>
            <a:ext cx="6567964" cy="1678424"/>
          </a:xfrm>
          <a:prstGeom prst="roundRect">
            <a:avLst>
              <a:gd name="adj" fmla="val 653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7408545" y="3873818"/>
            <a:ext cx="6567964" cy="91440"/>
          </a:xfrm>
          <a:prstGeom prst="roundRect">
            <a:avLst>
              <a:gd name="adj" fmla="val 85821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10412313" y="3616523"/>
            <a:ext cx="560427" cy="560427"/>
          </a:xfrm>
          <a:prstGeom prst="roundRect">
            <a:avLst>
              <a:gd name="adj" fmla="val 163161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580430" y="3784640"/>
            <a:ext cx="224195" cy="22419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618214" y="4363760"/>
            <a:ext cx="2617351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Mini Projects and Quizzes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7618214" y="4767739"/>
            <a:ext cx="6148626" cy="597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Hands-on coding challenges and assessments to test and strengthen understanding</a:t>
            </a:r>
            <a:endParaRPr lang="en-US" sz="1450" dirty="0"/>
          </a:p>
        </p:txBody>
      </p:sp>
      <p:sp>
        <p:nvSpPr>
          <p:cNvPr id="27" name="Shape 21"/>
          <p:cNvSpPr/>
          <p:nvPr/>
        </p:nvSpPr>
        <p:spPr>
          <a:xfrm>
            <a:off x="653891" y="6042065"/>
            <a:ext cx="6567845" cy="1678424"/>
          </a:xfrm>
          <a:prstGeom prst="roundRect">
            <a:avLst>
              <a:gd name="adj" fmla="val 653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2"/>
          <p:cNvSpPr/>
          <p:nvPr/>
        </p:nvSpPr>
        <p:spPr>
          <a:xfrm>
            <a:off x="653891" y="6019205"/>
            <a:ext cx="6567845" cy="91440"/>
          </a:xfrm>
          <a:prstGeom prst="roundRect">
            <a:avLst>
              <a:gd name="adj" fmla="val 85821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3"/>
          <p:cNvSpPr/>
          <p:nvPr/>
        </p:nvSpPr>
        <p:spPr>
          <a:xfrm>
            <a:off x="3657540" y="5761911"/>
            <a:ext cx="560427" cy="560427"/>
          </a:xfrm>
          <a:prstGeom prst="roundRect">
            <a:avLst>
              <a:gd name="adj" fmla="val 163161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25657" y="5930027"/>
            <a:ext cx="224195" cy="224195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63560" y="6509147"/>
            <a:ext cx="2416850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Smart Resource System</a:t>
            </a:r>
            <a:endParaRPr lang="en-US" sz="1800" dirty="0"/>
          </a:p>
        </p:txBody>
      </p:sp>
      <p:sp>
        <p:nvSpPr>
          <p:cNvPr id="32" name="Text 25"/>
          <p:cNvSpPr/>
          <p:nvPr/>
        </p:nvSpPr>
        <p:spPr>
          <a:xfrm>
            <a:off x="863560" y="6913126"/>
            <a:ext cx="6148507" cy="597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AI suggests high-quality tutorials, documentation, and articles tailored to each topic</a:t>
            </a:r>
            <a:endParaRPr lang="en-US" sz="1450" dirty="0"/>
          </a:p>
        </p:txBody>
      </p:sp>
      <p:sp>
        <p:nvSpPr>
          <p:cNvPr id="33" name="Shape 26"/>
          <p:cNvSpPr/>
          <p:nvPr/>
        </p:nvSpPr>
        <p:spPr>
          <a:xfrm>
            <a:off x="7408545" y="6042065"/>
            <a:ext cx="6567964" cy="1678424"/>
          </a:xfrm>
          <a:prstGeom prst="roundRect">
            <a:avLst>
              <a:gd name="adj" fmla="val 653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27"/>
          <p:cNvSpPr/>
          <p:nvPr/>
        </p:nvSpPr>
        <p:spPr>
          <a:xfrm>
            <a:off x="7408545" y="6019205"/>
            <a:ext cx="6567964" cy="91440"/>
          </a:xfrm>
          <a:prstGeom prst="roundRect">
            <a:avLst>
              <a:gd name="adj" fmla="val 85821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28"/>
          <p:cNvSpPr/>
          <p:nvPr/>
        </p:nvSpPr>
        <p:spPr>
          <a:xfrm>
            <a:off x="10412313" y="5761911"/>
            <a:ext cx="560427" cy="560427"/>
          </a:xfrm>
          <a:prstGeom prst="roundRect">
            <a:avLst>
              <a:gd name="adj" fmla="val 163161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580430" y="5930027"/>
            <a:ext cx="224195" cy="224195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7618214" y="6509147"/>
            <a:ext cx="2335530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Advanced Analytics</a:t>
            </a:r>
            <a:endParaRPr lang="en-US" sz="1800" dirty="0"/>
          </a:p>
        </p:txBody>
      </p:sp>
      <p:sp>
        <p:nvSpPr>
          <p:cNvPr id="38" name="Text 30"/>
          <p:cNvSpPr/>
          <p:nvPr/>
        </p:nvSpPr>
        <p:spPr>
          <a:xfrm>
            <a:off x="7618214" y="6913126"/>
            <a:ext cx="6148626" cy="597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Deep insights into learning patterns, time allocation, and personalized improvement recommendations</a:t>
            </a:r>
            <a:endParaRPr lang="en-US" sz="145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4151FAD-E3B9-9D26-8405-E605140973A0}"/>
              </a:ext>
            </a:extLst>
          </p:cNvPr>
          <p:cNvSpPr/>
          <p:nvPr/>
        </p:nvSpPr>
        <p:spPr>
          <a:xfrm>
            <a:off x="12849308" y="7772457"/>
            <a:ext cx="1709530" cy="4214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638" y="566976"/>
            <a:ext cx="9645610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Transforming Learning Through Innovation</a:t>
            </a:r>
            <a:endParaRPr lang="en-US" sz="4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638" y="1752481"/>
            <a:ext cx="6342102" cy="63421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74280" y="1706047"/>
            <a:ext cx="6342102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This platform revolutionizes how aspiring developers learn by providing clear, customized, and engaging experiences.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574280" y="2551390"/>
            <a:ext cx="6342102" cy="1319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By combining AI-generated roadmaps, real-time progress tracking, gamification, and community support, we empower learners to build practical skills with consistency and confidence.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574280" y="4056578"/>
            <a:ext cx="6342102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future of learning is intelligent, adaptive, and student-centered.</a:t>
            </a:r>
            <a:endParaRPr lang="en-US" sz="16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F58409-1ED7-EE13-8FBE-D6C49EF12280}"/>
              </a:ext>
            </a:extLst>
          </p:cNvPr>
          <p:cNvSpPr/>
          <p:nvPr/>
        </p:nvSpPr>
        <p:spPr>
          <a:xfrm>
            <a:off x="12849308" y="7772457"/>
            <a:ext cx="1709530" cy="4214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639</Words>
  <Application>Microsoft Office PowerPoint</Application>
  <PresentationFormat>Custom</PresentationFormat>
  <Paragraphs>90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Martel Sans</vt:lpstr>
      <vt:lpstr>Kanit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Neelapu venkata naidu</cp:lastModifiedBy>
  <cp:revision>2</cp:revision>
  <dcterms:created xsi:type="dcterms:W3CDTF">2025-11-16T17:33:49Z</dcterms:created>
  <dcterms:modified xsi:type="dcterms:W3CDTF">2025-11-16T17:37:55Z</dcterms:modified>
</cp:coreProperties>
</file>